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A030C-834B-4DE5-BA7F-C54ABC22CCDF}" v="79" dt="2025-01-08T08:48:5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佑瑋 呂" userId="c00e7f3797de4864" providerId="LiveId" clId="{958A030C-834B-4DE5-BA7F-C54ABC22CCDF}"/>
    <pc:docChg chg="undo custSel modSld">
      <pc:chgData name="佑瑋 呂" userId="c00e7f3797de4864" providerId="LiveId" clId="{958A030C-834B-4DE5-BA7F-C54ABC22CCDF}" dt="2025-01-08T08:50:30.177" v="110" actId="20577"/>
      <pc:docMkLst>
        <pc:docMk/>
      </pc:docMkLst>
      <pc:sldChg chg="addSp delSp modSp mod">
        <pc:chgData name="佑瑋 呂" userId="c00e7f3797de4864" providerId="LiveId" clId="{958A030C-834B-4DE5-BA7F-C54ABC22CCDF}" dt="2025-01-08T08:43:26.684" v="36" actId="167"/>
        <pc:sldMkLst>
          <pc:docMk/>
          <pc:sldMk cId="0" sldId="256"/>
        </pc:sldMkLst>
        <pc:spChg chg="mod">
          <ac:chgData name="佑瑋 呂" userId="c00e7f3797de4864" providerId="LiveId" clId="{958A030C-834B-4DE5-BA7F-C54ABC22CCDF}" dt="2025-01-08T08:40:50.182" v="14" actId="2711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佑瑋 呂" userId="c00e7f3797de4864" providerId="LiveId" clId="{958A030C-834B-4DE5-BA7F-C54ABC22CCDF}" dt="2025-01-08T08:25:37.765" v="4" actId="14100"/>
          <ac:picMkLst>
            <pc:docMk/>
            <pc:sldMk cId="0" sldId="256"/>
            <ac:picMk id="1026" creationId="{8CB24993-5065-3C65-D300-586CF58309FA}"/>
          </ac:picMkLst>
        </pc:picChg>
        <pc:picChg chg="add mod">
          <ac:chgData name="佑瑋 呂" userId="c00e7f3797de4864" providerId="LiveId" clId="{958A030C-834B-4DE5-BA7F-C54ABC22CCDF}" dt="2025-01-08T08:30:01.676" v="6" actId="167"/>
          <ac:picMkLst>
            <pc:docMk/>
            <pc:sldMk cId="0" sldId="256"/>
            <ac:picMk id="1028" creationId="{DAF3F116-4FFC-F81C-7C38-EA084A197406}"/>
          </ac:picMkLst>
        </pc:picChg>
        <pc:picChg chg="add">
          <ac:chgData name="佑瑋 呂" userId="c00e7f3797de4864" providerId="LiveId" clId="{958A030C-834B-4DE5-BA7F-C54ABC22CCDF}" dt="2025-01-08T08:32:03.483" v="7"/>
          <ac:picMkLst>
            <pc:docMk/>
            <pc:sldMk cId="0" sldId="256"/>
            <ac:picMk id="1030" creationId="{BC4880DF-B352-6770-2169-812F8D5FFF8B}"/>
          </ac:picMkLst>
        </pc:picChg>
        <pc:picChg chg="add del mod">
          <ac:chgData name="佑瑋 呂" userId="c00e7f3797de4864" providerId="LiveId" clId="{958A030C-834B-4DE5-BA7F-C54ABC22CCDF}" dt="2025-01-08T08:42:23.812" v="27" actId="478"/>
          <ac:picMkLst>
            <pc:docMk/>
            <pc:sldMk cId="0" sldId="256"/>
            <ac:picMk id="1032" creationId="{904489FF-8138-2AF8-B7B5-F4134A7B8366}"/>
          </ac:picMkLst>
        </pc:picChg>
        <pc:picChg chg="add del mod">
          <ac:chgData name="佑瑋 呂" userId="c00e7f3797de4864" providerId="LiveId" clId="{958A030C-834B-4DE5-BA7F-C54ABC22CCDF}" dt="2025-01-08T08:42:58.840" v="32" actId="478"/>
          <ac:picMkLst>
            <pc:docMk/>
            <pc:sldMk cId="0" sldId="256"/>
            <ac:picMk id="1034" creationId="{34DEE1E3-5D94-FA23-66D8-053C7D04E8B9}"/>
          </ac:picMkLst>
        </pc:picChg>
        <pc:picChg chg="add mod">
          <ac:chgData name="佑瑋 呂" userId="c00e7f3797de4864" providerId="LiveId" clId="{958A030C-834B-4DE5-BA7F-C54ABC22CCDF}" dt="2025-01-08T08:43:26.684" v="36" actId="167"/>
          <ac:picMkLst>
            <pc:docMk/>
            <pc:sldMk cId="0" sldId="256"/>
            <ac:picMk id="1036" creationId="{80DADFD3-2343-7552-0E03-5994ACE36D23}"/>
          </ac:picMkLst>
        </pc:picChg>
      </pc:sldChg>
      <pc:sldChg chg="addSp modSp mod">
        <pc:chgData name="佑瑋 呂" userId="c00e7f3797de4864" providerId="LiveId" clId="{958A030C-834B-4DE5-BA7F-C54ABC22CCDF}" dt="2025-01-08T08:49:17.321" v="86" actId="2711"/>
        <pc:sldMkLst>
          <pc:docMk/>
          <pc:sldMk cId="0" sldId="257"/>
        </pc:sldMkLst>
        <pc:spChg chg="mod">
          <ac:chgData name="佑瑋 呂" userId="c00e7f3797de4864" providerId="LiveId" clId="{958A030C-834B-4DE5-BA7F-C54ABC22CCDF}" dt="2025-01-08T08:44:37.520" v="44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佑瑋 呂" userId="c00e7f3797de4864" providerId="LiveId" clId="{958A030C-834B-4DE5-BA7F-C54ABC22CCDF}" dt="2025-01-08T08:49:17.321" v="86" actId="2711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佑瑋 呂" userId="c00e7f3797de4864" providerId="LiveId" clId="{958A030C-834B-4DE5-BA7F-C54ABC22CCDF}" dt="2025-01-08T08:44:17.096" v="42" actId="167"/>
          <ac:picMkLst>
            <pc:docMk/>
            <pc:sldMk cId="0" sldId="257"/>
            <ac:picMk id="2050" creationId="{779E67B3-D240-608C-8A7C-A17A9A43362A}"/>
          </ac:picMkLst>
        </pc:picChg>
      </pc:sldChg>
      <pc:sldChg chg="addSp modSp mod">
        <pc:chgData name="佑瑋 呂" userId="c00e7f3797de4864" providerId="LiveId" clId="{958A030C-834B-4DE5-BA7F-C54ABC22CCDF}" dt="2025-01-08T08:49:23.511" v="87" actId="2711"/>
        <pc:sldMkLst>
          <pc:docMk/>
          <pc:sldMk cId="0" sldId="258"/>
        </pc:sldMkLst>
        <pc:spChg chg="mod">
          <ac:chgData name="佑瑋 呂" userId="c00e7f3797de4864" providerId="LiveId" clId="{958A030C-834B-4DE5-BA7F-C54ABC22CCDF}" dt="2025-01-08T08:44:44.675" v="4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佑瑋 呂" userId="c00e7f3797de4864" providerId="LiveId" clId="{958A030C-834B-4DE5-BA7F-C54ABC22CCDF}" dt="2025-01-08T08:49:23.511" v="87" actId="2711"/>
          <ac:spMkLst>
            <pc:docMk/>
            <pc:sldMk cId="0" sldId="258"/>
            <ac:spMk id="3" creationId="{00000000-0000-0000-0000-000000000000}"/>
          </ac:spMkLst>
        </pc:spChg>
        <pc:picChg chg="add">
          <ac:chgData name="佑瑋 呂" userId="c00e7f3797de4864" providerId="LiveId" clId="{958A030C-834B-4DE5-BA7F-C54ABC22CCDF}" dt="2025-01-08T08:44:59.591" v="47"/>
          <ac:picMkLst>
            <pc:docMk/>
            <pc:sldMk cId="0" sldId="258"/>
            <ac:picMk id="3074" creationId="{98DFE639-FE59-A362-1453-DE0C9715F050}"/>
          </ac:picMkLst>
        </pc:picChg>
        <pc:picChg chg="add mod">
          <ac:chgData name="佑瑋 呂" userId="c00e7f3797de4864" providerId="LiveId" clId="{958A030C-834B-4DE5-BA7F-C54ABC22CCDF}" dt="2025-01-08T08:45:24.841" v="51" actId="167"/>
          <ac:picMkLst>
            <pc:docMk/>
            <pc:sldMk cId="0" sldId="258"/>
            <ac:picMk id="3076" creationId="{E2E1FF7E-215F-5F04-13FD-3EE1427883E7}"/>
          </ac:picMkLst>
        </pc:picChg>
      </pc:sldChg>
      <pc:sldChg chg="addSp modSp mod">
        <pc:chgData name="佑瑋 呂" userId="c00e7f3797de4864" providerId="LiveId" clId="{958A030C-834B-4DE5-BA7F-C54ABC22CCDF}" dt="2025-01-08T08:50:10.148" v="95" actId="27636"/>
        <pc:sldMkLst>
          <pc:docMk/>
          <pc:sldMk cId="0" sldId="259"/>
        </pc:sldMkLst>
        <pc:spChg chg="mod">
          <ac:chgData name="佑瑋 呂" userId="c00e7f3797de4864" providerId="LiveId" clId="{958A030C-834B-4DE5-BA7F-C54ABC22CCDF}" dt="2025-01-08T08:46:30.091" v="55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佑瑋 呂" userId="c00e7f3797de4864" providerId="LiveId" clId="{958A030C-834B-4DE5-BA7F-C54ABC22CCDF}" dt="2025-01-08T08:50:10.148" v="95" actId="2763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佑瑋 呂" userId="c00e7f3797de4864" providerId="LiveId" clId="{958A030C-834B-4DE5-BA7F-C54ABC22CCDF}" dt="2025-01-08T08:46:53.676" v="61" actId="167"/>
          <ac:picMkLst>
            <pc:docMk/>
            <pc:sldMk cId="0" sldId="259"/>
            <ac:picMk id="4098" creationId="{DDF8BB92-DA1D-EEA2-9251-1339C7C3BE79}"/>
          </ac:picMkLst>
        </pc:picChg>
      </pc:sldChg>
      <pc:sldChg chg="addSp delSp modSp mod">
        <pc:chgData name="佑瑋 呂" userId="c00e7f3797de4864" providerId="LiveId" clId="{958A030C-834B-4DE5-BA7F-C54ABC22CCDF}" dt="2025-01-08T08:50:30.177" v="110" actId="20577"/>
        <pc:sldMkLst>
          <pc:docMk/>
          <pc:sldMk cId="3081111317" sldId="260"/>
        </pc:sldMkLst>
        <pc:spChg chg="mod">
          <ac:chgData name="佑瑋 呂" userId="c00e7f3797de4864" providerId="LiveId" clId="{958A030C-834B-4DE5-BA7F-C54ABC22CCDF}" dt="2025-01-08T08:47:17.643" v="63" actId="207"/>
          <ac:spMkLst>
            <pc:docMk/>
            <pc:sldMk cId="3081111317" sldId="260"/>
            <ac:spMk id="2" creationId="{79C558DA-EDC6-2370-4F95-B6494E26A4ED}"/>
          </ac:spMkLst>
        </pc:spChg>
        <pc:spChg chg="mod">
          <ac:chgData name="佑瑋 呂" userId="c00e7f3797de4864" providerId="LiveId" clId="{958A030C-834B-4DE5-BA7F-C54ABC22CCDF}" dt="2025-01-08T08:50:30.177" v="110" actId="20577"/>
          <ac:spMkLst>
            <pc:docMk/>
            <pc:sldMk cId="3081111317" sldId="260"/>
            <ac:spMk id="3" creationId="{645D5C22-C929-813B-3BDA-8DA6498A69ED}"/>
          </ac:spMkLst>
        </pc:spChg>
        <pc:picChg chg="add del mod">
          <ac:chgData name="佑瑋 呂" userId="c00e7f3797de4864" providerId="LiveId" clId="{958A030C-834B-4DE5-BA7F-C54ABC22CCDF}" dt="2025-01-08T08:47:40.167" v="67" actId="478"/>
          <ac:picMkLst>
            <pc:docMk/>
            <pc:sldMk cId="3081111317" sldId="260"/>
            <ac:picMk id="5122" creationId="{A1A2CF33-0549-6B63-17A3-778C432A0816}"/>
          </ac:picMkLst>
        </pc:picChg>
        <pc:picChg chg="add del mod">
          <ac:chgData name="佑瑋 呂" userId="c00e7f3797de4864" providerId="LiveId" clId="{958A030C-834B-4DE5-BA7F-C54ABC22CCDF}" dt="2025-01-08T08:47:57.895" v="70" actId="478"/>
          <ac:picMkLst>
            <pc:docMk/>
            <pc:sldMk cId="3081111317" sldId="260"/>
            <ac:picMk id="5124" creationId="{1A206040-07E4-92EE-0793-FB8BA63D81C1}"/>
          </ac:picMkLst>
        </pc:picChg>
        <pc:picChg chg="add del mod">
          <ac:chgData name="佑瑋 呂" userId="c00e7f3797de4864" providerId="LiveId" clId="{958A030C-834B-4DE5-BA7F-C54ABC22CCDF}" dt="2025-01-08T08:48:37.928" v="80" actId="1076"/>
          <ac:picMkLst>
            <pc:docMk/>
            <pc:sldMk cId="3081111317" sldId="260"/>
            <ac:picMk id="5126" creationId="{70C89F59-A5F8-A0F5-6B90-66F830E668D8}"/>
          </ac:picMkLst>
        </pc:picChg>
        <pc:picChg chg="add mod">
          <ac:chgData name="佑瑋 呂" userId="c00e7f3797de4864" providerId="LiveId" clId="{958A030C-834B-4DE5-BA7F-C54ABC22CCDF}" dt="2025-01-08T08:48:55.190" v="85" actId="167"/>
          <ac:picMkLst>
            <pc:docMk/>
            <pc:sldMk cId="3081111317" sldId="260"/>
            <ac:picMk id="5128" creationId="{7EC089C8-A7B2-2210-8617-730B2EB3E1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Refined And Intricate Abstract Black Textured Background, Dark Grey, Dark  Gray, Grey Texture Background Image And Wallpaper for Free Download">
            <a:extLst>
              <a:ext uri="{FF2B5EF4-FFF2-40B4-BE49-F238E27FC236}">
                <a16:creationId xmlns:a16="http://schemas.microsoft.com/office/drawing/2014/main" id="{80DADFD3-2343-7552-0E03-5994ACE36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學生管理系統</a:t>
            </a:r>
            <a:endParaRPr sz="5400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程式設計簡介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bstract Wave Wallpaper Black Texture Dynamic Background Pattern And  Backgrounds | JPG Free Download - Pikbest">
            <a:extLst>
              <a:ext uri="{FF2B5EF4-FFF2-40B4-BE49-F238E27FC236}">
                <a16:creationId xmlns:a16="http://schemas.microsoft.com/office/drawing/2014/main" id="{779E67B3-D240-608C-8A7C-A17A9A433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8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系統功能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1.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新增學生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2.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更新學生成績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3.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刪除學生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4.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查詢學生成績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5.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顯示所有學生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6.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復原操作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7.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批次新增資料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Free Wallpaper, Black, Textured Background Images, Black Background Texture  Photo Background PNG and Vectors">
            <a:extLst>
              <a:ext uri="{FF2B5EF4-FFF2-40B4-BE49-F238E27FC236}">
                <a16:creationId xmlns:a16="http://schemas.microsoft.com/office/drawing/2014/main" id="{E2E1FF7E-215F-5F04-13FD-3EE142788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技術架構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使用</a:t>
            </a:r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AVL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樹進行成績排序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使用</a:t>
            </a:r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Stack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實現操作復原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使用</a:t>
            </a:r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Queue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支援批次操作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資料持久化存儲於文本檔案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139,600+ Black Background Stock Illustrations, Royalty-Free Vector Graphics  &amp; Clip Art - iStock | Black background texture, Portrait black background,  Red and black background">
            <a:extLst>
              <a:ext uri="{FF2B5EF4-FFF2-40B4-BE49-F238E27FC236}">
                <a16:creationId xmlns:a16="http://schemas.microsoft.com/office/drawing/2014/main" id="{DDF8BB92-DA1D-EEA2-9251-1339C7C3B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89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程式碼模組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Student: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學生類別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Stack: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支援復原操作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Queue: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支援批次操作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AVLTree</a:t>
            </a:r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: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高度平衡二元樹</a:t>
            </a:r>
            <a:endParaRPr lang="en-US"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StudentService</a:t>
            </a:r>
            <a:r>
              <a:rPr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: </a:t>
            </a:r>
            <a:r>
              <a:rPr dirty="0" err="1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系統功能實現</a:t>
            </a:r>
            <a:endParaRPr dirty="0">
              <a:solidFill>
                <a:schemeClr val="bg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70E1-1618-198F-95BE-107070EC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Premium Vector | Modern Luxury black and golden background">
            <a:extLst>
              <a:ext uri="{FF2B5EF4-FFF2-40B4-BE49-F238E27FC236}">
                <a16:creationId xmlns:a16="http://schemas.microsoft.com/office/drawing/2014/main" id="{7EC089C8-A7B2-2210-8617-730B2EB3E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C558DA-EDC6-2370-4F95-B6494E26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優點與限制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D5C22-C929-813B-3BDA-8DA6498A6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b="1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優點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高效數據處理，支援動態排序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可撤銷操作，增加安全性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支持批次處理，提升效率</a:t>
            </a:r>
          </a:p>
          <a:p>
            <a:r>
              <a:rPr lang="en-US" altLang="zh-TW" b="1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b="1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限制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批次資料需正確格式化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未實現自動資料校正功能</a:t>
            </a:r>
          </a:p>
        </p:txBody>
      </p:sp>
    </p:spTree>
    <p:extLst>
      <p:ext uri="{BB962C8B-B14F-4D97-AF65-F5344CB8AC3E}">
        <p14:creationId xmlns:p14="http://schemas.microsoft.com/office/powerpoint/2010/main" val="308111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103</Words>
  <Application>Microsoft Office PowerPoint</Application>
  <PresentationFormat>如螢幕大小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Yu Gothic UI Semibold</vt:lpstr>
      <vt:lpstr>Arial</vt:lpstr>
      <vt:lpstr>Calibri</vt:lpstr>
      <vt:lpstr>Office Theme</vt:lpstr>
      <vt:lpstr>學生管理系統</vt:lpstr>
      <vt:lpstr>系統功能</vt:lpstr>
      <vt:lpstr>技術架構</vt:lpstr>
      <vt:lpstr>程式碼模組</vt:lpstr>
      <vt:lpstr>優點與限制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佑瑋 呂</cp:lastModifiedBy>
  <cp:revision>3</cp:revision>
  <dcterms:created xsi:type="dcterms:W3CDTF">2013-01-27T09:14:16Z</dcterms:created>
  <dcterms:modified xsi:type="dcterms:W3CDTF">2025-01-08T08:50:31Z</dcterms:modified>
  <cp:category/>
</cp:coreProperties>
</file>